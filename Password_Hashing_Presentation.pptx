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Performance Tradeoff Modeling of Modern Password Hashing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Analysis based on the Security Efficiency Index (SEI)</a:t>
            </a:r>
          </a:p>
          <a:p/>
          <a:p>
            <a:r>
              <a:t>Authors: Divyashree Duggegowda, A. Syed Haroon, Sai Thejas G S, Shashank D, Bharath Prakash, L Shri Ragavendra Prasad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Password authentication remains the primary verification method despite advances like MFA.</a:t>
            </a:r>
          </a:p>
          <a:p>
            <a:pPr/>
            <a:r>
              <a:t>Massive credential breaches reveal inadequacies in real-world password security.</a:t>
            </a:r>
          </a:p>
          <a:p>
            <a:pPr/>
            <a:r>
              <a:t>Modern attackers exploit GPU acceleration and parallel architectures to crack passwords rapidly.</a:t>
            </a:r>
          </a:p>
          <a:p>
            <a:pPr/>
            <a:r>
              <a:t>There is a critical need for memory-hard hashing algorithms to impose high adversary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Most comparative literature evaluates single parameters (e.g., execution time).</a:t>
            </a:r>
          </a:p>
          <a:p>
            <a:pPr/>
            <a:r>
              <a:t>Lacks integrated consideration of memory consumption, brute-force scalability, and system resources.</a:t>
            </a:r>
          </a:p>
          <a:p>
            <a:pPr/>
            <a:r>
              <a:t>Practitioners lack clear guidance on parameter tuning for password hashing algorithms.</a:t>
            </a:r>
          </a:p>
          <a:p>
            <a:pPr/>
            <a:r>
              <a:t>There is an absence of a unified framework integrating both performance and security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systematic analysis measuring both security and efficiency in tandem.</a:t>
            </a:r>
          </a:p>
          <a:p>
            <a:pPr/>
            <a:r>
              <a:t>Moves beyond traditional metrics to include simulated adversary cost modeling.</a:t>
            </a:r>
          </a:p>
          <a:p>
            <a:pPr/>
            <a:r>
              <a:t>Evaluates algorithms under various settings: iterations, memory size, and parallelization levels.</a:t>
            </a:r>
          </a:p>
          <a:p>
            <a:pPr/>
            <a:r>
              <a:t>Algorithms tested: SHA-256 (baseline), bcrypt, PBKDF2, and Argon2.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Efficiency Index (SEI)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SEI = (B × M) / T</a:t>
            </a:r>
          </a:p>
          <a:p>
            <a:pPr/>
            <a:r>
              <a:t>B: Brute force multiplier (computational work increase).</a:t>
            </a:r>
          </a:p>
          <a:p>
            <a:pPr/>
            <a:r>
              <a:t>M: Memory use in MB (memory hardness against hardware attacks).</a:t>
            </a:r>
          </a:p>
          <a:p>
            <a:pPr/>
            <a:r>
              <a:t>T: Average execution time in seconds (computational latency).</a:t>
            </a:r>
          </a:p>
          <a:p>
            <a:pPr/>
            <a:r>
              <a:t>Principle: Maximizes adversary cost while penalizing inefficient setups.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Controlled single-node environment using Python libraries (hashlib, bcrypt, argon2-cffi, passlib).</a:t>
            </a:r>
          </a:p>
          <a:p>
            <a:pPr/>
            <a:r>
              <a:t>SHA-256: Evaluated as a baseline for non-adaptive functions.</a:t>
            </a:r>
          </a:p>
          <a:p>
            <a:pPr/>
            <a:r>
              <a:t>bcrypt: Cost factors ranged from 6 to 16.</a:t>
            </a:r>
          </a:p>
          <a:p>
            <a:pPr/>
            <a:r>
              <a:t>PBKDF2: Iterations ranged from 50,000 to 800,000.</a:t>
            </a:r>
          </a:p>
          <a:p>
            <a:pPr/>
            <a:r>
              <a:t>Argon2: 3D grid parameters (M: 4-64 MB, t: 1-4, p: 1-2).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Argon2 Parametric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Argon2's SEI increases substantially with higher memory settings.</a:t>
            </a:r>
          </a:p>
          <a:p>
            <a:pPr/>
            <a:r>
              <a:t>Memory hardness is the primary contributor to increased SEI values.</a:t>
            </a:r>
          </a:p>
          <a:p>
            <a:pPr/>
            <a:r>
              <a:t>Contour density rises steeply above 16-32 MB, yielding exponential security benefits.</a:t>
            </a:r>
          </a:p>
          <a:p>
            <a:pPr/>
            <a:r>
              <a:t>Optimal balance: Memory ≥ 16 MB and time cost ∈ {2, 3} provides the best security-performance tradeoff.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Multi-Metric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Argon2 configurations requiring high memory usage perform best across all criteria.</a:t>
            </a:r>
          </a:p>
          <a:p>
            <a:pPr/>
            <a:r>
              <a:t>SHA-256 yields high throughput but possesses no memory complexity (low SEI).</a:t>
            </a:r>
          </a:p>
          <a:p>
            <a:pPr/>
            <a:r>
              <a:t>bcrypt and PBKDF2 improve security through computation but lack sufficient memory hardness.</a:t>
            </a:r>
          </a:p>
          <a:p>
            <a:pPr/>
            <a:r>
              <a:t>Argon2 dominates on the Pareto-optimal frontier for both security and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SEI successfully combines brute-force resistance, memory hardness, and latency into a single metric.</a:t>
            </a:r>
          </a:p>
          <a:p>
            <a:pPr/>
            <a:r>
              <a:t>Argon2 provides the maximum SEI, offering optimal flexibility and attacker resistance.</a:t>
            </a:r>
          </a:p>
          <a:p>
            <a:pPr/>
            <a:r>
              <a:t>Memory utilization is a stronger contributor to security than simply increasing iteration counts.</a:t>
            </a:r>
          </a:p>
          <a:p>
            <a:pPr/>
            <a:r>
              <a:t>Argon2 successfully balances strength and performance for secure password hashing.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