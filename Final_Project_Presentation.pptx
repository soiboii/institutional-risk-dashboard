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Advanced Institutional Portfolio Risk &amp;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Cyberpunk-Themed Quantitative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production-ready, full-stack web application designed for quantitative portfolio analysis.</a:t>
            </a:r>
          </a:p>
          <a:p>
            <a:pPr/>
            <a:r>
              <a:t>Backend Stack: Python, Flask, Pandas, NumPy, SciPy, and yfinance.</a:t>
            </a:r>
          </a:p>
          <a:p>
            <a:pPr/>
            <a:r>
              <a:t>Frontend Stack: HTML5, Vanilla JavaScript, Chart.js, and Tailwind CSS.</a:t>
            </a:r>
          </a:p>
          <a:p>
            <a:pPr/>
            <a:r>
              <a:t>Purpose: To deliver complex risk calculations, trade generation, and actionable insights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 &amp; UI/UX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Institutional Cyberpunk Aesthetic: Deep obsidian backgrounds, translucent glass panels, and vibrant neon accents.</a:t>
            </a:r>
          </a:p>
          <a:p>
            <a:pPr/>
            <a:r>
              <a:t>Dynamic KPI Cards: Instantly view Expected Return, Sharpe Ratio, Max Drawdown, and Conditional Value at Risk (CVaR).</a:t>
            </a:r>
          </a:p>
          <a:p>
            <a:pPr/>
            <a:r>
              <a:t>Universal Deep-Dive Modals: Every chart and metric is clickable, expanding into a full-screen terminal overlay for deeper analysis.</a:t>
            </a:r>
          </a:p>
          <a:p>
            <a:pPr/>
            <a:r>
              <a:t>Responsive Grid Layout: Optimizes data visualization across all screen sizes.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Quantitative Engine (Backend)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Robust Data Pipeline: Asynchronously fetches and cleans historical market data via the Yahoo Finance API.</a:t>
            </a:r>
          </a:p>
          <a:p>
            <a:pPr/>
            <a:r>
              <a:t>Portfolio Mathematics: Computes daily percentage returns, annualized volatility, and asset correlation matrices.</a:t>
            </a:r>
          </a:p>
          <a:p>
            <a:pPr/>
            <a:r>
              <a:t>Optimization Algorithms: Uses SciPy to calculate the Maximum Sharpe Ratio and Minimum Volatility portfolio weights.</a:t>
            </a:r>
          </a:p>
          <a:p>
            <a:pPr/>
            <a:r>
              <a:t>Vectorized Operations: Leverages NumPy arrays to ensure sub-second dashboard reactivity even with heavy math.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Analytics: Monte Carlo &amp; Factor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Monte Carlo Efficient Frontier: Generates 1,000+ random portfolio weightings to visualize optimal risk/return boundaries.</a:t>
            </a:r>
          </a:p>
          <a:p>
            <a:pPr/>
            <a:r>
              <a:t>Wealth Projection: Utilizes Geometric Brownian Motion (GBM) to forecast 10th, 50th, and 90th percentile wealth paths over 10 years.</a:t>
            </a:r>
          </a:p>
          <a:p>
            <a:pPr/>
            <a:r>
              <a:t>Factor Exposure Radar: Runs Multiple Linear Regression to compute portfolio betas against Market, Size, and Value proxies.</a:t>
            </a:r>
          </a:p>
          <a:p>
            <a:pPr/>
            <a:r>
              <a:t>Visualized seamlessly on the frontend using dynamic Chart.js radar and scatter plots.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Trade Rebalancing &amp;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Trade Rebalancing Engine: Accepts a 'Total Capital' input and computes the exact dollar flow and shares required to reach optimal weights.</a:t>
            </a:r>
          </a:p>
          <a:p>
            <a:pPr/>
            <a:r>
              <a:t>Execution Terminal: Displays the generated BUY (neon green) and SELL (neon red) orders in a monospaced command prompt view.</a:t>
            </a:r>
          </a:p>
          <a:p>
            <a:pPr/>
            <a:r>
              <a:t>Alternative Data Integration: Fetches real-time financial news headlines for the targeted assets.</a:t>
            </a:r>
          </a:p>
          <a:p>
            <a:pPr/>
            <a:r>
              <a:t>Live Comm-Link: Performs NLP sentiment analysis using TextBlob, scoring headlines as BULL, BEAR, or NEUTRAL.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Research: Password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Paper Title: Security Performance Tradeoff Modeling of Modern Password Hashing Algorithms.</a:t>
            </a:r>
          </a:p>
          <a:p>
            <a:pPr/>
            <a:r>
              <a:t>The paper introduces the Security Efficiency Index (SEI) to evaluate the balance between computational efficiency and attack resistance.</a:t>
            </a:r>
          </a:p>
          <a:p>
            <a:pPr/>
            <a:r>
              <a:t>It rigorously analyzes algorithms like SHA-256, bcrypt, PBKDF2, and Argon2.</a:t>
            </a:r>
          </a:p>
          <a:p>
            <a:pPr/>
            <a:r>
              <a:t>Conclusion: Argon2 is identified as providing the maximum SEI, making it the most effective algorithm for resisting GPU-accelerated brute-force attacks due to its high memory hardness.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