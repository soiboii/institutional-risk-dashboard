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Portfolio Risk &amp;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Institutional Cyberpunk Dashboard &amp; Password Security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Overview: Risk &amp; Analytics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 institutional-grade portfolio risk dashboard built for advanced quantitative analysis.</a:t>
            </a:r>
          </a:p>
          <a:p>
            <a:pPr/>
            <a:r>
              <a:t>Backend: Python, Flask, Pandas, NumPy, SciPy, and yfinance.</a:t>
            </a:r>
          </a:p>
          <a:p>
            <a:pPr/>
            <a:r>
              <a:t>Frontend: Vanilla JavaScript, Chart.js, and Tailwind CSS for a 'Cyberpunk' HUD aesthetic.</a:t>
            </a:r>
          </a:p>
          <a:p>
            <a:pPr/>
            <a:r>
              <a:t>Goal: To provide seamless data exploration, complex KPI computation, and actionable trading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Dashboard Features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Cyberpunk Aesthetic: 'True Dark' background, neon accents (cyan, electric purple), and monospaced typography.</a:t>
            </a:r>
          </a:p>
          <a:p>
            <a:pPr/>
            <a:r>
              <a:t>Interactive KPIs: Dynamic cards displaying Expected Return, Sharpe Ratio, Max Drawdown, and CVaR.</a:t>
            </a:r>
          </a:p>
          <a:p>
            <a:pPr/>
            <a:r>
              <a:t>Deep-Dive Modals: Clicking any chart or metric opens a full-screen terminal overlay for detailed analysis.</a:t>
            </a:r>
          </a:p>
          <a:p>
            <a:pPr/>
            <a:r>
              <a:t>Execution Terminal: A dedicated panel generating exact BUY/SELL order quantities for portfolio rebalancing.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Engine (Backend)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Portfolio Optimization: Calculates Maximum Sharpe and Minimum Volatility allocations.</a:t>
            </a:r>
          </a:p>
          <a:p>
            <a:pPr/>
            <a:r>
              <a:t>Monte Carlo Simulations: Projects future wealth paths utilizing Geometric Brownian Motion (GBM).</a:t>
            </a:r>
          </a:p>
          <a:p>
            <a:pPr/>
            <a:r>
              <a:t>Factor Exposure (Linear Regression): Computes portfolio betas against Market, Size, and Value proxies.</a:t>
            </a:r>
          </a:p>
          <a:p>
            <a:pPr/>
            <a:r>
              <a:t>Live Comm-Link: NLP Sentiment Analysis using TextBlob on real-time financial news headlines (BULL/BEAR/NEUTRAL).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Section: Password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Context: Financial platforms require robust security. We integrate research from 'Security Performance Tradeoff Modeling of Modern Password Hashing Algorithms'.</a:t>
            </a:r>
          </a:p>
          <a:p>
            <a:pPr/>
            <a:r>
              <a:t>The paper addresses the vulnerability of systems to GPU-accelerated brute-force attacks.</a:t>
            </a:r>
          </a:p>
          <a:p>
            <a:pPr/>
            <a:r>
              <a:t>Evaluates major hashing algorithms: SHA-256, bcrypt, PBKDF2, and Argon2.</a:t>
            </a:r>
          </a:p>
          <a:p>
            <a:pPr/>
            <a:r>
              <a:t>Goal: Finding the optimal balance between computational efficiency and attack resistance.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Section: Security Efficiency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paper introduces the SEI framework: SEI = (B × M) / T</a:t>
            </a:r>
          </a:p>
          <a:p>
            <a:pPr/>
            <a:r>
              <a:t>B: Brute force multiplier (computational work increase).</a:t>
            </a:r>
          </a:p>
          <a:p>
            <a:pPr/>
            <a:r>
              <a:t>M: Memory use in MB (memory hardness against hardware attacks).</a:t>
            </a:r>
          </a:p>
          <a:p>
            <a:pPr/>
            <a:r>
              <a:t>T: Average execution time in seconds (computational latency).</a:t>
            </a:r>
          </a:p>
          <a:p>
            <a:pPr/>
            <a:r>
              <a:t>SEI evaluates how well an algorithm maximizes attacker cost without crippling system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Findings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SHA-256 is extremely fast but highly vulnerable due to zero memory hardness.</a:t>
            </a:r>
          </a:p>
          <a:p>
            <a:pPr/>
            <a:r>
              <a:t>bcrypt and PBKDF2 improve security but lack sufficient memory hardness for modern threats.</a:t>
            </a:r>
          </a:p>
          <a:p>
            <a:pPr/>
            <a:r>
              <a:t>Argon2 provides the maximum SEI, offering optimal flexibility, memory utilization, and attacker resistance.</a:t>
            </a:r>
          </a:p>
          <a:p>
            <a:pPr/>
            <a:r>
              <a:t>Conclusion: Implementing Argon2 is crucial for platforms handling sensitive data, ensuring a secure and efficient user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